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94776" y="1911096"/>
            <a:ext cx="2990088" cy="2818196"/>
          </a:xfrm>
          <a:prstGeom prst="roundRect">
            <a:avLst>
              <a:gd name="adj" fmla="val 3245"/>
            </a:avLst>
          </a:prstGeom>
          <a:solidFill>
            <a:srgbClr val="C9A24B"/>
          </a:solidFill>
          <a:ln/>
          <a:effectLst>
            <a:outerShdw sx="100000" sy="100000" kx="0" ky="0" algn="bl" rotWithShape="0" blurRad="203200" dist="101600" dir="5400000">
              <a:srgbClr val="000000">
                <a:alpha val="5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965960"/>
            <a:ext cx="2880360" cy="27084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ANDERSONLOGIC AI  ·  PRESENTS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66928" y="18745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</a:t>
            </a:r>
            <a:pPr indent="0" marL="0">
              <a:buNone/>
            </a:pPr>
            <a:r>
              <a:rPr lang="en-US" sz="72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640080" y="34290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AI-integrated platform for teaching AP World History.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224528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consistent learning path. Ten modules. Every topic. Powered by AI that coaches — never completes.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5230368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Jeff Anderson  ·  A product of AndersonLogic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BEHISTORICAL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problems every AP classroom is facing right now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011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Rigor is uneven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468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demands document analysis, contextualization, and evidence-based argument — but delivery varies teacher to teacher, topic to topic, and day to 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429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arrived without a plan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54480" y="38862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already use AI. Most classrooms have no structure for it — so it becomes an answer machine instead of a thinking partner.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Teachers fly blind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54480" y="5303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unit test reveals a gap, it's too late to reteach. There's rarely a fast, honest read on what students actually understand.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 answers all three — with one repeatable system.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finished course — not a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College Board AP World framework, plus a pre-1200 Foundations bridge — built, wired, and automatically validated.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+ Foundations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AP World scope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38728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77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3675888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lessons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topics + 6 Foundations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61</a:t>
            </a:r>
            <a:endParaRPr lang="en-US" sz="5800" dirty="0"/>
          </a:p>
        </p:txBody>
      </p:sp>
      <p:sp>
        <p:nvSpPr>
          <p:cNvPr id="15" name="Text 13"/>
          <p:cNvSpPr/>
          <p:nvPr/>
        </p:nvSpPr>
        <p:spPr>
          <a:xfrm>
            <a:off x="6574536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BeInTheRoom sims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74536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built to the full quality bar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36024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36024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547</a:t>
            </a:r>
            <a:endParaRPr lang="en-US" sz="5800" dirty="0"/>
          </a:p>
        </p:txBody>
      </p:sp>
      <p:sp>
        <p:nvSpPr>
          <p:cNvPr id="19" name="Text 17"/>
          <p:cNvSpPr/>
          <p:nvPr/>
        </p:nvSpPr>
        <p:spPr>
          <a:xfrm>
            <a:off x="9473184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auto-validated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73184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deploy, zero errors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~770 module instances  ·  ~231 reading questions  ·  154 First &amp; 10 files  ·  1,700+ files in the repository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SIGNATURE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learning path. Ten modules. Every single lesson.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4434840" cy="4330090"/>
          </a:xfrm>
          <a:prstGeom prst="roundRect">
            <a:avLst>
              <a:gd name="adj" fmla="val 1267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343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unit 1 · topic 1.1 — interactive modules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4343400" cy="39826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screenshot · Topic 1.1, Song China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32120" y="16916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pedagogical spine runs through all 77 lessons — every lesson opens the same ten modules in the same order, so students always know where they are and quality never drifts.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532120" y="3063240"/>
            <a:ext cx="1546250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3063240"/>
            <a:ext cx="1546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Build Context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1250" y="306324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1250" y="306324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Learn &amp; Practice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218066" y="3063240"/>
            <a:ext cx="2001622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18066" y="3063240"/>
            <a:ext cx="2001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Check Understanding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32120" y="37490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Modules 04, 07, 08 &amp; 09 carry the features that make BeHistorical distinctive.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Named modules students remember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726017"/>
          </a:xfrm>
          <a:prstGeom prst="roundRect">
            <a:avLst>
              <a:gd name="adj" fmla="val 147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first-and-10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37854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4450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&amp; 10 Reading — "The World That Song Built"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First &amp; 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92240" y="19385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designed, textbook-quality reading with vocab chips, AP-skill callouts, and three open-response questions.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92240" y="24231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surprising, human detail that makes history concrete and memorable.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92240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Lab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connect real evidence to a larger political, cultural, or economic claim.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92240" y="3977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Primary Source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2240" y="42702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 excerpt with a HIPP analysis prompt.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4754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 Skill Builder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92240" y="5047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practice on one AP reasoning skill per topic.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492240" y="5532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92240" y="58247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ten-second takeaway that synthesizes the whole reading.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FLAGSHIP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 — decision simulations, not costume roleplay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577840" cy="3698095"/>
          </a:xfrm>
          <a:prstGeom prst="roundRect">
            <a:avLst>
              <a:gd name="adj" fmla="val 1484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486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beintheroom · unit 1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486400" cy="3350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16583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scenario — "Advising the Song Court"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46520" y="1737360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995160" y="17556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historical decision point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46520" y="2304288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995160" y="232257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with goals, fears, constraints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2871216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2871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995160" y="28895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recommendation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46520" y="3438144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995160" y="34564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evidence; AI coaching probes it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46520" y="4005072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995160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character, AP-style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446520" y="470916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46520" y="470916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 roles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456018" y="4709160"/>
            <a:ext cx="162946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6018" y="4709160"/>
            <a:ext cx="16294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8–12 evidence chips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250070" y="4709160"/>
            <a:ext cx="1130198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50070" y="4709160"/>
            <a:ext cx="1130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trade-offs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446520" y="5166360"/>
            <a:ext cx="141549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46520" y="5166360"/>
            <a:ext cx="14154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 live &amp; linked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AI, WITH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that coaches — never completes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and simulation builds a ready-to-paste coaching prompt and hands it to the class MagicSchool bot. The AI asks one question at a time — and is explicitly forbidden from writing the answer.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532120" cy="3383280"/>
          </a:xfrm>
          <a:prstGeom prst="roundRect">
            <a:avLst>
              <a:gd name="adj" fmla="val 3243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6-STAGE SOCRATIC DIALOGUE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172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understanding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3630168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check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4032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4489704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89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perspective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" y="4919472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thinking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534924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349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0" y="25146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A1C1D"/>
          </a:solidFill>
          <a:ln w="12700">
            <a:solidFill>
              <a:srgbClr val="1A1C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WORK FLOWS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BeHistorical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67728" y="34655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and reason inside the platform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9044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in MagicSchool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67728" y="421538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 prompt drives one-question-at-a-time dialogue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46542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to Google Forms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49651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auto-fill a prefilled form — unit, topic, skills tagged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54041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Canvas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67728" y="5715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work lands where teachers already grade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THE TEACHER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live read on what students understand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responses flow into an analytics layer that turns raw answers into teaching decisions — before the unit test, not after.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7860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5420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Command Center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9992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 dashboard that reads the live repository — every deliverable, unit by unit, tracked in real time.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57860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25420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Response analytics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78040" y="29992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responses, averages confidence, and flags blank, short, or low-confidence answers automatically.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2519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4456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507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Misconception detection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96519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recurring error patterns and gaps in AP writing — missing reasoning, weak evidence use.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42519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4544568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78040" y="45079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Reteach suggestions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78040" y="496519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those patterns into concrete, targeted reteach recommendations, filterable by class period.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SCALES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like software, not a slide folder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805047"/>
          </a:xfrm>
          <a:prstGeom prst="roundRect">
            <a:avLst>
              <a:gd name="adj" fmla="val 144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repository command center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45757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42353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Command Center — audited against what's actually on disk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91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Automated validation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92240" y="20025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547-file audit runs on every change — module order, form wiring, and simulation quality gates. Zero-error deploys.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788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Deterministic builders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92240" y="30998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units are generated from data by scripts — so a fix rolls out everywhere, consistently, at once.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38862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Codified quality gates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419709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 live in blueprints and are enforced by machine before anything ships.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029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difference between a teacher's materials and a product a district can adopt.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3816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3816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38160" y="3383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38160" y="45720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THIS GOES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1430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method — not just a course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7157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repeatable framework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311810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10-module path, the AI guardrails, and the build system are subject-agnostic — ready to lift into any AP or core course.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8130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Professional development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60120" y="42153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itself is the curriculum: a concrete model for teaching with AI responsibly, backed by working proof.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9103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platform to grow 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531266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BeHistorical is the first product under AndersonLogic AI — a foundation for a family of AI-integrated learning tools.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4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   ·   Created by Jeff Anderson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2026-07-20T04:49:54Z</dcterms:created>
  <dcterms:modified xsi:type="dcterms:W3CDTF">2026-07-20T04:49:54Z</dcterms:modified>
</cp:coreProperties>
</file>