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94776" y="1911096"/>
            <a:ext cx="2990088" cy="2818196"/>
          </a:xfrm>
          <a:prstGeom prst="roundRect">
            <a:avLst>
              <a:gd name="adj" fmla="val 3245"/>
            </a:avLst>
          </a:prstGeom>
          <a:solidFill>
            <a:srgbClr val="C9A24B"/>
          </a:solidFill>
          <a:ln/>
          <a:effectLst>
            <a:outerShdw sx="100000" sy="100000" kx="0" ky="0" algn="bl" rotWithShape="0" blurRad="203200" dist="101600" dir="5400000">
              <a:srgbClr val="000000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965960"/>
            <a:ext cx="2880360" cy="2708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ANDERSONLOGIC AI  ·  PRESENTS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</a:t>
            </a:r>
            <a:pPr indent="0" marL="0">
              <a:buNone/>
            </a:pPr>
            <a:r>
              <a:rPr lang="en-US" sz="70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</a:t>
            </a:r>
            <a:endParaRPr lang="en-US" sz="70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AI-integrated platform for teaching AP World History.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learning path. Ten modules. Personalized study guides, a family newsletter, and a teacher command center — all from one system.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257800"/>
            <a:ext cx="164592" cy="16459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148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Jeff Anderson  ·  A product of AndersonLogic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BEHISTORICAL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problems every AP classroom is facing right now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Rigor is uneven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demands document analysis, contextualization, and evidence-based argument — but delivery varies teacher to teacher, topic to topic, and day to 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arrived without a plan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use AI. Most classrooms have no structure for it — so it becomes an answer machine instead of a thinking partner.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 is out of the loop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303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rarely know what's being studied, and by the time a unit test reveals a gap, it's too late to reteach or step in.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BeHistorical answers all three — with one repeatable system.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finished course — not a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College Board AP World framework, plus a pre-1200 Foundations bridge — built, wired, and automatically validated.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0779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+ 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407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AP World scope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38728" y="26517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90779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77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675888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lessons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4407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topics + 6 Foundations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37376" y="26517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290779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57453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BeInTheRoom sims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74536" y="4407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built to the full quality bar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36024" y="26517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290779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547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9473184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auto-validated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73184" y="4407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deploy, zero errors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~770 module instances  ·  ~231 reading questions  ·  154 First &amp; 10 files  ·  1,700+ files in the repository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SIGNATURE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learning path. Ten modules. Every single lesson.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4434840" cy="4330090"/>
          </a:xfrm>
          <a:prstGeom prst="roundRect">
            <a:avLst>
              <a:gd name="adj" fmla="val 1267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34340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68706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8706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8706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6002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behistorical · unit 1 · topic 1.1 — interactive modules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4343400" cy="39826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screenshot · Topic 1.1, Song China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32120" y="16916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pedagogical spine runs through all 77 lessons — every lesson opens the same ten modules in the same order, so students always know where they are and quality never drifts.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532120" y="3063240"/>
            <a:ext cx="1546250" cy="384048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3063240"/>
            <a:ext cx="1546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Build Context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61250" y="3063240"/>
            <a:ext cx="1773936" cy="384048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1250" y="306324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Learn &amp; Practice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218066" y="3063240"/>
            <a:ext cx="2001622" cy="384048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18066" y="3063240"/>
            <a:ext cx="20016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Check Understanding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32120" y="3749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Modules 04, 07, 08 &amp; 09 carry the features that make BeHistorical distinctive.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Named modules students remember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623560" cy="3726017"/>
          </a:xfrm>
          <a:prstGeom prst="roundRect">
            <a:avLst>
              <a:gd name="adj" fmla="val 1472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53212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68706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8706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8706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6002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behistorical · first-and-10 · topic 1.1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5532120" cy="33785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344505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&amp; 10 Reading — "The World That Song Built"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9224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First &amp; 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1938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designed, textbook-quality reading with vocab chips, AP-skill callouts, and three open-response questions.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4231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BeSurreal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2240" y="2715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surprising, human detail that makes history concrete and memorable.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92240" y="32004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Lab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connect real evidence to a larger political, cultural, or economic claim.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977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Primary Source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92240" y="42702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authentic excerpt with a HIPP analysis prompt.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92240" y="4754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 Skill Builder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92240" y="5047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practice on one AP reasoning skill per topic.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55321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BeReady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92240" y="5824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ten-second takeaway that synthesizes the whole reading.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FLAGSHIP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BeInTheRoom — decision simulations, not costume roleplay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577840" cy="3698095"/>
          </a:xfrm>
          <a:prstGeom prst="roundRect">
            <a:avLst>
              <a:gd name="adj" fmla="val 1484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48640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68706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8706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8706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600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behistorical · beintheroom · unit 1 · topic 1.1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5486400" cy="33506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316583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scenario — "Advising the Song Court"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737360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95160" y="175564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  </a:t>
            </a:r>
            <a:pPr algn="l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historical decision point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46520" y="2304288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95160" y="23225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  </a:t>
            </a:r>
            <a:pPr algn="l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with goals, fears, constraints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2871216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95160" y="288950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 </a:t>
            </a:r>
            <a:pPr algn="l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recommendation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46520" y="3438144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95160" y="345643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  </a:t>
            </a:r>
            <a:pPr algn="l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evidence; AI coaching probes it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46520" y="4005072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95160" y="402336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  </a:t>
            </a:r>
            <a:pPr algn="l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character, AP-style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46520" y="4709160"/>
            <a:ext cx="844906" cy="365760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4709160"/>
            <a:ext cx="84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 roles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456018" y="4709160"/>
            <a:ext cx="1629461" cy="365760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56018" y="4709160"/>
            <a:ext cx="16294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8–12 evidence chips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250070" y="4709160"/>
            <a:ext cx="1130198" cy="365760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50070" y="4709160"/>
            <a:ext cx="1130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trade-offs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46520" y="5166360"/>
            <a:ext cx="1415491" cy="365760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5166360"/>
            <a:ext cx="1415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live &amp; linked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AI, WITH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that coaches — never completes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and simulation builds a ready-to-paste coaching prompt and hands it to the class MagicSchool bot. The AI asks one question at a time — and is explicitly forbidden from writing the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532120" cy="3383280"/>
          </a:xfrm>
          <a:prstGeom prst="roundRect">
            <a:avLst>
              <a:gd name="adj" fmla="val 3243"/>
            </a:avLst>
          </a:prstGeom>
          <a:solidFill>
            <a:srgbClr val="FBF7E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6-STAGE SOCRATIC DIALOGUE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understanding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3630168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602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059936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032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4489704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Opposing perspective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thinking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5349240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5321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0" y="25146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A1C1D"/>
          </a:solidFill>
          <a:ln w="12700">
            <a:solidFill>
              <a:srgbClr val="1A1C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WORK FLOWS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154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BeHistorical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67728" y="34655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draft and reason inside the platform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9044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in MagicSchool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67728" y="42153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 prompt drives one-question-at-a-time dialogue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46542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to Google Forms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67728" y="49651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auto-fill a prefilled form — unit, topic, skills tagged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54041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 Canvas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67728" y="5715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work lands where teachers already grade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PERSONALIZED STUDY GUIDES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93147" y="475488"/>
            <a:ext cx="1519733" cy="310896"/>
          </a:xfrm>
          <a:prstGeom prst="roundRect">
            <a:avLst>
              <a:gd name="adj" fmla="val 50000"/>
            </a:avLst>
          </a:prstGeom>
          <a:solidFill>
            <a:srgbClr val="2E2A2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93147" y="475488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DEVELOPMENT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3504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study guide built from each student's own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154680" cy="4011107"/>
          </a:xfrm>
          <a:prstGeom prst="roundRect">
            <a:avLst>
              <a:gd name="adj" fmla="val 1739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306324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177850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77850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177850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1691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behistorical · study-guide · auto-generated · PDF</a:t>
            </a:r>
            <a:endParaRPr lang="en-US" sz="8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47672"/>
            <a:ext cx="3063240" cy="366363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572103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concept · generated per student, per topic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6052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guides are the same. Each one reads a student's own responses and confidence ratings, then targets exactly what they need next — using the same analysis engine that powers the Teacher Hub.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160520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three weakest spots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60520" y="31638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detected skill gaps, low-confidence answers, and flagged misconceptions.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160520" y="3794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Targeted practice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60520" y="4078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tuned to the exact AP skill the student is missing — not generic review.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60520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clear next step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60520" y="49926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doable action — then a round with the AI Coach. Augment, never replace.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16052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Same data → personalized for every student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DISPATCH — FAMILY NEWSLETTER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93147" y="475488"/>
            <a:ext cx="1519733" cy="310896"/>
          </a:xfrm>
          <a:prstGeom prst="roundRect">
            <a:avLst>
              <a:gd name="adj" fmla="val 50000"/>
            </a:avLst>
          </a:prstGeom>
          <a:solidFill>
            <a:srgbClr val="2E2A2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93147" y="475488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DEVELOPMENT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3504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family, in the loop — automatically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2103120" cy="4241132"/>
          </a:xfrm>
          <a:prstGeom prst="roundRect">
            <a:avLst>
              <a:gd name="adj" fmla="val 2609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201168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177850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77850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177850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dispatch · issue 01</a:t>
            </a:r>
            <a:endParaRPr lang="en-US" sz="8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47672"/>
            <a:ext cx="2011680" cy="38936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59510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 01 mockup · template &amp; content library built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00400" y="17373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biweekly email that forecasts the next five class days and pairs each topic with one "Tip of the Day" — a study-science move or an AP exam skill. For students and their families, in plain language.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00400" y="2880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Auto-generated from the course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00400" y="316382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tips, and Family Corner prompts merge from a Google Sheet into a branded HTML email.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200400" y="37947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rotating coaching library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00400" y="407822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learning-science Study Moves + 8 AP Skill Spotlights cycle so tips never go stale.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0040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Delivered where families already are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00400" y="499262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biweekly through the school's ParentSquare platform — no new app, no logins.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200400" y="5669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Turns the classroom into a home conversation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TEACHER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93147" y="475488"/>
            <a:ext cx="1519733" cy="310896"/>
          </a:xfrm>
          <a:prstGeom prst="roundRect">
            <a:avLst>
              <a:gd name="adj" fmla="val 50000"/>
            </a:avLst>
          </a:prstGeom>
          <a:solidFill>
            <a:srgbClr val="21301F"/>
          </a:solidFill>
          <a:ln w="12700">
            <a:solidFill>
              <a:srgbClr val="5AA6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93147" y="475488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C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PROTOTYPE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3504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Teacher Hub — a live read on the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577840" cy="3590642"/>
          </a:xfrm>
          <a:prstGeom prst="roundRect">
            <a:avLst>
              <a:gd name="adj" fmla="val 1528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177850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77850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177850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1691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behistorical · teacher hub · topic 1.1</a:t>
            </a:r>
            <a:endParaRPr lang="en-US" sz="8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47672"/>
            <a:ext cx="5486400" cy="32431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530057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prototype · Topic 1.1 · rule-based Apps Script backend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9224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Class Pulse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2240" y="20208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count, average confidence, and how many students need support — at a glance.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92240" y="2651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Students needing follow-up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29352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cards with the issue, next step, and a High / Medium / Low risk badge.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566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Reteach recommendations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92240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 and skill gaps turned into prioritized, actionable focus.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92240" y="4480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Lesson delivery tools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92240" y="47640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 guide, answer keys, KC-coded objectives, and copy-ready AI analysis prompts.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ENGINE UNDERNEATH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answers to teaching decisions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analysis engine reads every student response and turns it into insight — and it's what powers the Teacher Hub, the study guides, and The Dispatch alike.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19272" cy="2834640"/>
          </a:xfrm>
          <a:prstGeom prst="roundRect">
            <a:avLst>
              <a:gd name="adj" fmla="val 3871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889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CAPTURE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response, structured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" y="374904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Prefilled Google Form → Sheet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by unit, topic &amp; AP skill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rating on every answer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9352" y="2514600"/>
            <a:ext cx="457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6552" y="2514600"/>
            <a:ext cx="3319272" cy="2834640"/>
          </a:xfrm>
          <a:prstGeom prst="roundRect">
            <a:avLst>
              <a:gd name="adj" fmla="val 3871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7889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ANALYZE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0872" y="30815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Rule-based, transparent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blank, short &amp; low-confidence work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evidence use &amp; misconceptions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missing reasoning (skill gaps)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35824" y="2514600"/>
            <a:ext cx="457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193024" y="2514600"/>
            <a:ext cx="3319272" cy="2834640"/>
          </a:xfrm>
          <a:prstGeom prst="roundRect">
            <a:avLst>
              <a:gd name="adj" fmla="val 3871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7889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67344" y="30815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engine, three outputs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85632" y="374904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Hub — class &amp; per-student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guides — personalized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 — family-facing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SCALES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like software, not a slide folder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623560" cy="3805047"/>
          </a:xfrm>
          <a:prstGeom prst="roundRect">
            <a:avLst>
              <a:gd name="adj" fmla="val 1442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532120" cy="256032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687068"/>
            <a:ext cx="82296" cy="82296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87068"/>
            <a:ext cx="82296" cy="82296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87068"/>
            <a:ext cx="82296" cy="82296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6002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behistorical · repository command center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5532120" cy="34575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423535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Command Center — audited against what's actually on disk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92240" y="1691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Automated validation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92240" y="200253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547-file audit runs on every change — module order, form wiring, and simulation quality gates. Zero-error deploys.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2788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Deterministic builders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92240" y="309981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units are generated from data by scripts — so a fix rolls out everywhere, consistently, at once.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886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Codified quality gates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419709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 live in blueprints and are enforced by machine before anything ships.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difference between a teacher's materials and a product a district can adopt.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ALL CONNECTS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platform, one data layer, three audiences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063240" cy="2468880"/>
          </a:xfrm>
          <a:prstGeom prst="roundRect">
            <a:avLst>
              <a:gd name="adj" fmla="val 4444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633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LEARN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96112" y="2944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lesson platform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4747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10-module lessons, First &amp; 10 readings, BeInTheRoom simulations, and an AI coach that questions rather than answers.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2377440"/>
            <a:ext cx="457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60520" y="2377440"/>
            <a:ext cx="2926080" cy="2468880"/>
          </a:xfrm>
          <a:prstGeom prst="roundRect">
            <a:avLst>
              <a:gd name="adj" fmla="val 4444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DATA LAYER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16552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response, analyzed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16552" y="3474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confidence, evidence, misconceptions, and skill gaps — captured and read by a single engine.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377440"/>
            <a:ext cx="457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543800" y="2377440"/>
            <a:ext cx="4069080" cy="713232"/>
          </a:xfrm>
          <a:prstGeom prst="roundRect">
            <a:avLst>
              <a:gd name="adj" fmla="val 12821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3256" y="25054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Teacher Hub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63256" y="2788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teachers act in real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3255264"/>
            <a:ext cx="4069080" cy="713232"/>
          </a:xfrm>
          <a:prstGeom prst="roundRect">
            <a:avLst>
              <a:gd name="adj" fmla="val 12821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63256" y="33832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Study Guides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63256" y="3666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students get a targeted plan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4133088"/>
            <a:ext cx="4069080" cy="713232"/>
          </a:xfrm>
          <a:prstGeom prst="roundRect">
            <a:avLst>
              <a:gd name="adj" fmla="val 12821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42611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Dispatch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63256" y="45445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families stay in the loop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the lesson once — and everyone around the student is served automatically.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BUILD STANDS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live, and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DECE0"/>
          </a:solidFill>
          <a:ln w="12700">
            <a:solidFill>
              <a:srgbClr val="5AA6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D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NOW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complete lessons</a:t>
            </a:r>
            <a:pPr indent="0" marL="0">
              <a:buNone/>
            </a:pPr>
            <a:r>
              <a:rPr lang="en-US" sz="1150" i="1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all 9 units + 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483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BeInTheRoom simulations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+ MagicSchool workflow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507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&amp; validation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50200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Hub</a:t>
            </a:r>
            <a:pPr indent="0" marL="0">
              <a:buNone/>
            </a:pPr>
            <a:r>
              <a:rPr lang="en-US" sz="1150" i="1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Topic 1.1 prototype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3774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E6C9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377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guides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09160" y="3483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</a:t>
            </a:r>
            <a:pPr indent="0" marL="0">
              <a:buNone/>
            </a:pPr>
            <a:r>
              <a:rPr lang="en-US" sz="1150" i="1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template + Issue 01 built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Hub across all units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9160" y="4507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</a:t>
            </a:r>
            <a:pPr indent="0" marL="0">
              <a:buNone/>
            </a:pPr>
            <a:r>
              <a:rPr lang="en-US" sz="1150" i="1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Form → Sheet → Hub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3774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CE9EA"/>
          </a:solidFill>
          <a:ln w="12700">
            <a:solidFill>
              <a:srgbClr val="3E8E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377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6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 study guides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03920" y="3483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 courses &amp; subjects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0392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rollout &amp; PD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03920" y="4507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3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licensing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1005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2E32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BeReady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138160" y="2194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2E32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BeSurreal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2E32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BeInTheRoom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4572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2E32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BeHistorical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1430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method — not just a course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7157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repeatable framework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11810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10-module path, the AI guardrails, the analytics engine, and the build system are subject-agnostic — ready to lift into any AP or core course.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130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Professional development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42153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itself is the curriculum: a concrete model for teaching with AI responsibly, backed by working proof.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10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C8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platform to grow 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0120" y="531266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BeHistorical is the first product under AndersonLogic AI — a foundation for a family of AI-integrated learning tools.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4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BeHistorical   ·   Created by Jeff Anderson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2026-07-21T04:46:59Z</dcterms:created>
  <dcterms:modified xsi:type="dcterms:W3CDTF">2026-07-21T04:46:59Z</dcterms:modified>
</cp:coreProperties>
</file>